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0925-C427-9077-2890-4FD247996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6877C-45E2-8E65-3383-8967B15D8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19D7-A054-AAD2-A5F6-87C4F6F0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A21A1-86EF-9138-3D92-DA666321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0B5B9-8DBA-51AC-C3B9-2A5AB2642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2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A80B-E280-46A0-4C31-5D0CA56D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74B03-B419-C272-F346-30982CBE6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9B323-2661-87E5-19A8-07D37238B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B5CC5-8788-DA0D-E630-5FFF4ED3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ADA51-994B-CF9C-7B6D-19168252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34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EA0B-F493-539D-1F84-D16F6BD6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39F5F-FCD4-6F4A-DCEB-370CE48C1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68125-E7D6-B598-2364-3301D05D0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737F3-9AA1-D63E-2699-ABE2051F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061F9-AD09-FA93-E39E-88DD2CDB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75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91AD3-D5DA-CAD0-15D7-7556C4C1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4537-0ED8-323A-5DE9-85A4E08DE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54C03-67C2-2E3C-9FA2-6160F3514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15C8E-ABBD-093B-5F89-2B1C2B58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A1D25-2A01-B890-490A-A97AECD22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F4521-AB8F-2778-F818-6D4CE926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5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67D9E-8C3C-6BE7-9629-9EB81BE61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EC38-4985-6504-550F-D87CCE535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2256D-6CFE-E442-4D48-AFA5A575A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E08EF-41B7-F66F-F9E5-C38B4F7D7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0476B-F262-1283-49F8-455AC605D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85443C-0558-2036-9C1F-85BD59EBA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7A422-531C-7B08-6F71-D5352058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7D5B1-A04D-13DD-0AD9-124A71B9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A744-E5BC-8042-2A40-FA8D9B2B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8AFCA-567E-362D-1528-77C2D25F6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F1D9B-CC93-5EA5-9A68-0368668CE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DCC2C-8644-6AF6-8799-5A6DC503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6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9DFBB-68C4-58CE-0792-E1FB64B1E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942DB-11A6-25AA-BE53-26DD40243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7450A-ED17-894F-F944-2B962984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91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16C3-598B-4951-E08E-2208D374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B46CC-07AB-AE84-46BA-B09649B82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091D4-1BC9-30A9-F147-BB0610EA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5C14F-2EA9-BBE7-BB60-ADAC698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B26A8-043E-259B-FA88-B137B1C76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F505-D382-7F6B-96F5-4CACF763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38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CBE8-7BE7-D401-7B47-1A7102125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B8195B-C5E6-92BC-1C03-42A8738B1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84291-03EF-F3DF-2B4F-735A5420C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5EF54-16E0-776E-A753-5C54309CF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FE559-9F29-6BBE-9C2B-0D63BF68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10456-C725-AA87-3BC5-8BFC7449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49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19AE-1895-9CD5-400B-DF80D1A0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3D7BE-7EE3-AEF6-F011-49B0E4C48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93F9C-ED4A-ACA9-4285-27FF85615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88D5E-4A43-3FE7-8E8C-D4851F22E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BD7BB-7FE0-85B1-062E-96F69FB3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15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B6B41D-6DC4-89F0-B7E3-FBFCC9570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2F294-7871-0FE2-B431-0E0CC8A77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5A75C-2978-0267-47DE-9A3FE0BA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B0BE7-8557-251C-EF94-97C92BEE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35972-F703-0653-55E9-6A72D3A4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1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4E9385-1F79-59AA-D73F-1C3177488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E2F16-6993-3652-1F5C-8F1948507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824FE-B3F7-FE8C-A138-D60FD3DE2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3AE86-89F5-44F6-9402-B937FFAD6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3753D-608F-0DDE-E40E-11A3393DB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54EA-45A9-70A9-5462-B5F37B8A4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7CAAF-996A-4DAD-B6E0-7B6D7399B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9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AC83-56BF-06DA-6247-C37EF72C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Mục tiêu &amp; hướng phát triển</a:t>
            </a:r>
            <a:br>
              <a:rPr lang="vi-V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9CE93-253E-234B-35DB-BE0FB6A3B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b="1" dirty="0"/>
              <a:t>Tổng quan dự án</a:t>
            </a:r>
            <a:br>
              <a:rPr lang="vi-VN" dirty="0"/>
            </a:br>
            <a:r>
              <a:rPr lang="vi-VN" dirty="0"/>
              <a:t>– Nền tảng LMS cho đào tạo trực tuyến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/Cao </a:t>
            </a:r>
            <a:r>
              <a:rPr lang="en-US" dirty="0" err="1"/>
              <a:t>đẳng</a:t>
            </a:r>
            <a:r>
              <a:rPr lang="en-US" dirty="0"/>
              <a:t> </a:t>
            </a:r>
            <a:r>
              <a:rPr lang="vi-VN" dirty="0"/>
              <a:t>, đã có: quản lý khóa học, quiz, chatbot, đa ngôn ngữ.</a:t>
            </a:r>
          </a:p>
          <a:p>
            <a:r>
              <a:rPr lang="vi-VN" b="1" dirty="0"/>
              <a:t>Hướng mở rộng</a:t>
            </a:r>
            <a:endParaRPr lang="vi-VN" dirty="0"/>
          </a:p>
          <a:p>
            <a:pPr lvl="1"/>
            <a:r>
              <a:rPr lang="vi-VN" dirty="0"/>
              <a:t>Tối ưu trải nghiệm người dùng (UI/UX, mobile-first).</a:t>
            </a:r>
          </a:p>
          <a:p>
            <a:pPr lvl="1"/>
            <a:r>
              <a:rPr lang="vi-VN" dirty="0"/>
              <a:t>Thêm tính năng cá nhân hoá: gợi ý khoá học, học theo tiến độ.</a:t>
            </a:r>
          </a:p>
          <a:p>
            <a:pPr lvl="1"/>
            <a:r>
              <a:rPr lang="vi-VN" dirty="0"/>
              <a:t>Phát triển AI/ML: phân tích dữ liệu học, chatbot thông minh.</a:t>
            </a:r>
          </a:p>
          <a:p>
            <a:pPr lvl="1"/>
            <a:r>
              <a:rPr lang="vi-VN" dirty="0"/>
              <a:t>Mở rộng tích hợp bên ngoài: Zoom/Teams, cổng thanh toán mới, API cho đối tác.</a:t>
            </a:r>
          </a:p>
          <a:p>
            <a:br>
              <a:rPr lang="vi-VN" dirty="0"/>
            </a:br>
            <a:endParaRPr lang="vi-V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99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CCA7-8D5C-4C53-300E-06C667CD6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Kế hoạch thực hiện</a:t>
            </a:r>
            <a:br>
              <a:rPr lang="vi-V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9AE63-533F-06A5-BC99-C4090D20C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vi-VN" b="1" dirty="0"/>
              <a:t>Phân tích &amp; thiết kế</a:t>
            </a:r>
            <a:r>
              <a:rPr lang="vi-VN" dirty="0"/>
              <a:t> (2–3 tuần)</a:t>
            </a:r>
          </a:p>
          <a:p>
            <a:pPr lvl="1"/>
            <a:r>
              <a:rPr lang="vi-VN" dirty="0"/>
              <a:t>Thu thập yêu cầu người dùng, xác định backlog.</a:t>
            </a:r>
          </a:p>
          <a:p>
            <a:pPr lvl="1"/>
            <a:r>
              <a:rPr lang="vi-VN" dirty="0"/>
              <a:t>Thiết kế UI/UX mới, sơ đồ cơ sở dữ liệu nếu cần.</a:t>
            </a:r>
          </a:p>
          <a:p>
            <a:r>
              <a:rPr lang="vi-VN" b="1" dirty="0"/>
              <a:t>Triển khai chức năng</a:t>
            </a:r>
            <a:r>
              <a:rPr lang="vi-VN" dirty="0"/>
              <a:t> (tháng 1–2)</a:t>
            </a:r>
          </a:p>
          <a:p>
            <a:pPr lvl="1"/>
            <a:r>
              <a:rPr lang="vi-VN" dirty="0"/>
              <a:t>Sprint 1: cải thiện frontend, responsive layout.</a:t>
            </a:r>
          </a:p>
          <a:p>
            <a:pPr lvl="1"/>
            <a:r>
              <a:rPr lang="vi-VN" dirty="0"/>
              <a:t>Sprint 2: tính năng gợi ý &amp; cá nhân hoá.</a:t>
            </a:r>
          </a:p>
          <a:p>
            <a:pPr lvl="1"/>
            <a:r>
              <a:rPr lang="vi-VN" dirty="0"/>
              <a:t>Sprint 3: tích hợp AI/ML (chatbot nâng cao, phân tích).</a:t>
            </a:r>
          </a:p>
          <a:p>
            <a:r>
              <a:rPr lang="vi-VN" b="1" dirty="0"/>
              <a:t>Kiểm thử &amp; tinh chỉnh</a:t>
            </a:r>
            <a:r>
              <a:rPr lang="vi-VN" dirty="0"/>
              <a:t> (tháng 3)</a:t>
            </a:r>
          </a:p>
          <a:p>
            <a:pPr lvl="1"/>
            <a:r>
              <a:rPr lang="vi-VN" dirty="0"/>
              <a:t>Unit tests, integration tests, load testing.</a:t>
            </a:r>
          </a:p>
          <a:p>
            <a:pPr lvl="1"/>
            <a:r>
              <a:rPr lang="vi-VN" dirty="0"/>
              <a:t>Thu thập phản hồi, điều chỉnh.</a:t>
            </a:r>
          </a:p>
          <a:p>
            <a:r>
              <a:rPr lang="vi-VN" b="1" dirty="0"/>
              <a:t>Triển khai &amp; bảo trì</a:t>
            </a:r>
            <a:endParaRPr lang="vi-VN" dirty="0"/>
          </a:p>
          <a:p>
            <a:pPr lvl="1"/>
            <a:r>
              <a:rPr lang="vi-VN" dirty="0"/>
              <a:t>Deploy staging → production.</a:t>
            </a:r>
          </a:p>
          <a:p>
            <a:pPr lvl="1"/>
            <a:r>
              <a:rPr lang="vi-VN" dirty="0"/>
              <a:t>Lập kế hoạch hỗ trợ &amp; cập nhật định kỳ.</a:t>
            </a:r>
          </a:p>
          <a:p>
            <a:pPr marL="0" indent="0">
              <a:buNone/>
            </a:pPr>
            <a:br>
              <a:rPr lang="vi-VN" dirty="0"/>
            </a:br>
            <a:endParaRPr lang="vi-V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06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4FA7-3829-776C-C65B-1D320BE1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Công nghệ sử dụng</a:t>
            </a:r>
            <a:br>
              <a:rPr lang="vi-V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51FD7-7DF0-4C81-3A78-B8525EDBA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b="1" dirty="0"/>
              <a:t>Backend:</a:t>
            </a:r>
            <a:endParaRPr lang="vi-VN" dirty="0"/>
          </a:p>
          <a:p>
            <a:pPr lvl="1"/>
            <a:r>
              <a:rPr lang="vi-VN" dirty="0"/>
              <a:t>Django (Python) – hiện có, tiếp tục mở rộng.</a:t>
            </a:r>
          </a:p>
          <a:p>
            <a:pPr lvl="1"/>
            <a:r>
              <a:rPr lang="vi-VN" dirty="0"/>
              <a:t>Django REST Framework cho API.</a:t>
            </a:r>
          </a:p>
          <a:p>
            <a:r>
              <a:rPr lang="vi-VN" b="1" dirty="0"/>
              <a:t>Frontend:</a:t>
            </a:r>
            <a:endParaRPr lang="vi-VN" dirty="0"/>
          </a:p>
          <a:p>
            <a:pPr lvl="1"/>
            <a:r>
              <a:rPr lang="vi-VN" dirty="0"/>
              <a:t>HTML/CSS/JS, Bootstrap hoặc React/Vue (tùy lựa chọn nâng cấp).</a:t>
            </a:r>
          </a:p>
          <a:p>
            <a:pPr lvl="1"/>
            <a:r>
              <a:rPr lang="vi-VN" dirty="0"/>
              <a:t>Templating Django hoặc SPA nếu chuyển sang frontend framework.</a:t>
            </a:r>
          </a:p>
          <a:p>
            <a:r>
              <a:rPr lang="vi-VN" b="1" dirty="0"/>
              <a:t>Cơ sở dữ liệu:</a:t>
            </a:r>
            <a:endParaRPr lang="vi-VN" dirty="0"/>
          </a:p>
          <a:p>
            <a:pPr lvl="1"/>
            <a:r>
              <a:rPr lang="vi-VN" dirty="0"/>
              <a:t>SQLite (dev) → PostgreSQL/MySQL cho production.</a:t>
            </a:r>
          </a:p>
          <a:p>
            <a:r>
              <a:rPr lang="vi-VN" b="1" dirty="0"/>
              <a:t>AI/ML &amp; chatbot:</a:t>
            </a:r>
            <a:endParaRPr lang="vi-VN" dirty="0"/>
          </a:p>
          <a:p>
            <a:pPr lvl="1"/>
            <a:r>
              <a:rPr lang="vi-VN" dirty="0"/>
              <a:t>Python (scikit‑learn, TensorFlow, PyTorch) hoặc dịch vụ bên ngoài như Rasa, OpenAI.</a:t>
            </a:r>
          </a:p>
          <a:p>
            <a:pPr lvl="1"/>
            <a:r>
              <a:rPr lang="vi-VN" dirty="0"/>
              <a:t>Lưu trữ log học – phân tích dữ liệu bằng pandas, Jupyter.</a:t>
            </a:r>
          </a:p>
        </p:txBody>
      </p:sp>
    </p:spTree>
    <p:extLst>
      <p:ext uri="{BB962C8B-B14F-4D97-AF65-F5344CB8AC3E}">
        <p14:creationId xmlns:p14="http://schemas.microsoft.com/office/powerpoint/2010/main" val="2076795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363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Mục tiêu &amp; hướng phát triển </vt:lpstr>
      <vt:lpstr>Kế hoạch thực hiện </vt:lpstr>
      <vt:lpstr>Công nghệ sử dụng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Huey Bui</dc:creator>
  <cp:lastModifiedBy>Huey Bui</cp:lastModifiedBy>
  <cp:revision>1</cp:revision>
  <dcterms:created xsi:type="dcterms:W3CDTF">2026-03-02T15:39:52Z</dcterms:created>
  <dcterms:modified xsi:type="dcterms:W3CDTF">2026-03-02T15:45:11Z</dcterms:modified>
</cp:coreProperties>
</file>